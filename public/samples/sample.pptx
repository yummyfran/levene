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r="http://schemas.openxmlformats.org/officeDocument/2006/relationships" xmlns:p="http://schemas.openxmlformats.org/presentationml/2006/main">
  <p:sldIdLst>
    <p:sldId id="256" r:id="rId2"/>
  </p:sldIdLst>
  <p:sldSz cx="9144000" cy="5143500"/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z="3200" b="1"/>
              <a:t>Imported PPTX slide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828800"/>
            <a:ext cx="8229600" cy="1371600"/>
          </a:xfrm>
          <a:prstGeom prst="roundRect">
            <a:avLst/>
          </a:prstGeom>
          <a:solidFill>
            <a:srgbClr val="1C3348"/>
          </a:solidFill>
        </p:spPr>
        <p:txBody>
          <a:bodyPr/>
          <a:lstStyle/>
          <a:p>
            <a:r>
              <a:rPr lang="en-US" sz="2000">
                <a:solidFill>
                  <a:srgbClr val="F3EFE6"/>
                </a:solidFill>
              </a:rPr>
              <a:t>Text, position, and a filled shape survived the import.</a:t>
            </a:r>
          </a:p>
        </p:txBody>
      </p:sp>
    </p:spTree>
  </p:cSld>
</p:sld>
</file>